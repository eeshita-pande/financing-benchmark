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2" r:id="rId24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convention: a sensitivity slide is placed directly after the slide it sensitises, never at the end of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