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72" r:id="rId24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Sensitivity of the covenant DSCR to a 20% lower support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Deck conventions: a sensitivity slide is placed directly after the slide it sensitises; Recommendation always immediately precedes Closing.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Sensitivity: DSCR with support cap minus 20%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1.14x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270k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9.3m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'Sensitivity'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