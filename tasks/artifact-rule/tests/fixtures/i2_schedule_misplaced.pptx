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2" r:id="rId24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Supporting schedules appear in the order of the workbook tabs they are drawn from; a new schedule is inserted at that position, never appended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Support-cap utilisation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Support-cap utilisation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Peak monthly draw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support used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Lifetime cap utilisation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32.0%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41.0%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'Support cap'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