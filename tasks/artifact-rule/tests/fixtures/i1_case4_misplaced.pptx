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72" r:id="rId2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4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4 — Renewal without credit transfer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All figures are fictional illustrative outputs of the Northstar Compute model (model_outputs.xlsx).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Case slides are grouped by scenario family rather than by case number: a renewal variant is presented immediately after its base case, before the delayed-receipt and operating-incident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4 — Renewal without credit transfer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1.18x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410k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10.4%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58.2m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8.1m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